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盡忠 楊" userId="d8c0327c0780a3ec" providerId="LiveId" clId="{0B93B723-8C5D-432E-BA34-CD70570D8F56}"/>
    <pc:docChg chg="undo custSel addSld delSld modSld">
      <pc:chgData name="盡忠 楊" userId="d8c0327c0780a3ec" providerId="LiveId" clId="{0B93B723-8C5D-432E-BA34-CD70570D8F56}" dt="2026-08-23T10:30:43.241" v="152" actId="14100"/>
      <pc:docMkLst>
        <pc:docMk/>
      </pc:docMkLst>
      <pc:sldChg chg="addSp delSp modSp mod">
        <pc:chgData name="盡忠 楊" userId="d8c0327c0780a3ec" providerId="LiveId" clId="{0B93B723-8C5D-432E-BA34-CD70570D8F56}" dt="2026-08-23T10:30:43.241" v="152" actId="14100"/>
        <pc:sldMkLst>
          <pc:docMk/>
          <pc:sldMk cId="4137945984" sldId="258"/>
        </pc:sldMkLst>
        <pc:spChg chg="mod ord">
          <ac:chgData name="盡忠 楊" userId="d8c0327c0780a3ec" providerId="LiveId" clId="{0B93B723-8C5D-432E-BA34-CD70570D8F56}" dt="2026-08-23T10:30:43.241" v="152" actId="14100"/>
          <ac:spMkLst>
            <pc:docMk/>
            <pc:sldMk cId="4137945984" sldId="258"/>
            <ac:spMk id="5" creationId="{DA0DC805-496A-1951-76E4-F9FE553CB566}"/>
          </ac:spMkLst>
        </pc:spChg>
        <pc:spChg chg="mod ord">
          <ac:chgData name="盡忠 楊" userId="d8c0327c0780a3ec" providerId="LiveId" clId="{0B93B723-8C5D-432E-BA34-CD70570D8F56}" dt="2026-08-23T10:30:28.302" v="147" actId="1076"/>
          <ac:spMkLst>
            <pc:docMk/>
            <pc:sldMk cId="4137945984" sldId="258"/>
            <ac:spMk id="14" creationId="{A559AC32-F37E-07D4-F3B1-E5889CC4EAD7}"/>
          </ac:spMkLst>
        </pc:spChg>
        <pc:spChg chg="del">
          <ac:chgData name="盡忠 楊" userId="d8c0327c0780a3ec" providerId="LiveId" clId="{0B93B723-8C5D-432E-BA34-CD70570D8F56}" dt="2026-08-23T10:29:46.852" v="138" actId="26606"/>
          <ac:spMkLst>
            <pc:docMk/>
            <pc:sldMk cId="4137945984" sldId="258"/>
            <ac:spMk id="18" creationId="{19F9BF86-FE94-4517-B97D-026C7515E589}"/>
          </ac:spMkLst>
        </pc:spChg>
        <pc:spChg chg="add del">
          <ac:chgData name="盡忠 楊" userId="d8c0327c0780a3ec" providerId="LiveId" clId="{0B93B723-8C5D-432E-BA34-CD70570D8F56}" dt="2026-08-23T10:29:59.708" v="140" actId="26606"/>
          <ac:spMkLst>
            <pc:docMk/>
            <pc:sldMk cId="4137945984" sldId="258"/>
            <ac:spMk id="25" creationId="{406BD704-01C2-4341-B99A-116CC7EC56EF}"/>
          </ac:spMkLst>
        </pc:spChg>
        <pc:spChg chg="add del">
          <ac:chgData name="盡忠 楊" userId="d8c0327c0780a3ec" providerId="LiveId" clId="{0B93B723-8C5D-432E-BA34-CD70570D8F56}" dt="2026-08-23T10:29:59.708" v="140" actId="26606"/>
          <ac:spMkLst>
            <pc:docMk/>
            <pc:sldMk cId="4137945984" sldId="258"/>
            <ac:spMk id="27" creationId="{0225C01B-A296-4FAA-AA46-794F27DF6934}"/>
          </ac:spMkLst>
        </pc:spChg>
        <pc:spChg chg="add">
          <ac:chgData name="盡忠 楊" userId="d8c0327c0780a3ec" providerId="LiveId" clId="{0B93B723-8C5D-432E-BA34-CD70570D8F56}" dt="2026-08-23T10:29:59.708" v="140" actId="26606"/>
          <ac:spMkLst>
            <pc:docMk/>
            <pc:sldMk cId="4137945984" sldId="258"/>
            <ac:spMk id="34" creationId="{744CAA32-F237-419C-A2DD-43C28D920D3C}"/>
          </ac:spMkLst>
        </pc:spChg>
        <pc:picChg chg="del">
          <ac:chgData name="盡忠 楊" userId="d8c0327c0780a3ec" providerId="LiveId" clId="{0B93B723-8C5D-432E-BA34-CD70570D8F56}" dt="2026-08-23T10:29:31.961" v="136" actId="478"/>
          <ac:picMkLst>
            <pc:docMk/>
            <pc:sldMk cId="4137945984" sldId="258"/>
            <ac:picMk id="11" creationId="{F16B4D83-5E5C-FED3-1422-D1A9C26B2A3E}"/>
          </ac:picMkLst>
        </pc:picChg>
        <pc:picChg chg="add mod ord">
          <ac:chgData name="盡忠 楊" userId="d8c0327c0780a3ec" providerId="LiveId" clId="{0B93B723-8C5D-432E-BA34-CD70570D8F56}" dt="2026-08-23T10:29:59.708" v="140" actId="26606"/>
          <ac:picMkLst>
            <pc:docMk/>
            <pc:sldMk cId="4137945984" sldId="258"/>
            <ac:picMk id="17" creationId="{64F1A991-4F63-CDB5-229E-2FF08D9085D0}"/>
          </ac:picMkLst>
        </pc:picChg>
        <pc:cxnChg chg="del">
          <ac:chgData name="盡忠 楊" userId="d8c0327c0780a3ec" providerId="LiveId" clId="{0B93B723-8C5D-432E-BA34-CD70570D8F56}" dt="2026-08-23T10:29:46.852" v="138" actId="26606"/>
          <ac:cxnSpMkLst>
            <pc:docMk/>
            <pc:sldMk cId="4137945984" sldId="258"/>
            <ac:cxnSpMk id="16" creationId="{118E06E4-607B-144B-382B-AD3D06B1EE8C}"/>
          </ac:cxnSpMkLst>
        </pc:cxnChg>
        <pc:cxnChg chg="del">
          <ac:chgData name="盡忠 楊" userId="d8c0327c0780a3ec" providerId="LiveId" clId="{0B93B723-8C5D-432E-BA34-CD70570D8F56}" dt="2026-08-23T10:29:46.852" v="138" actId="26606"/>
          <ac:cxnSpMkLst>
            <pc:docMk/>
            <pc:sldMk cId="4137945984" sldId="258"/>
            <ac:cxnSpMk id="20" creationId="{6CA391F1-4B2C-521B-F6A5-52C74B30349D}"/>
          </ac:cxnSpMkLst>
        </pc:cxnChg>
        <pc:cxnChg chg="add del">
          <ac:chgData name="盡忠 楊" userId="d8c0327c0780a3ec" providerId="LiveId" clId="{0B93B723-8C5D-432E-BA34-CD70570D8F56}" dt="2026-08-23T10:29:59.708" v="140" actId="26606"/>
          <ac:cxnSpMkLst>
            <pc:docMk/>
            <pc:sldMk cId="4137945984" sldId="258"/>
            <ac:cxnSpMk id="29" creationId="{62713E66-598D-4B8A-9D2A-67C7AF46EF11}"/>
          </ac:cxnSpMkLst>
        </pc:cxnChg>
        <pc:cxnChg chg="add">
          <ac:chgData name="盡忠 楊" userId="d8c0327c0780a3ec" providerId="LiveId" clId="{0B93B723-8C5D-432E-BA34-CD70570D8F56}" dt="2026-08-23T10:29:59.708" v="140" actId="26606"/>
          <ac:cxnSpMkLst>
            <pc:docMk/>
            <pc:sldMk cId="4137945984" sldId="258"/>
            <ac:cxnSpMk id="36" creationId="{02C7985C-B0C3-CC50-E86A-B5EBA40E01DF}"/>
          </ac:cxnSpMkLst>
        </pc:cxnChg>
      </pc:sldChg>
      <pc:sldChg chg="new del">
        <pc:chgData name="盡忠 楊" userId="d8c0327c0780a3ec" providerId="LiveId" clId="{0B93B723-8C5D-432E-BA34-CD70570D8F56}" dt="2026-08-23T10:23:47.300" v="2" actId="47"/>
        <pc:sldMkLst>
          <pc:docMk/>
          <pc:sldMk cId="902132596" sldId="262"/>
        </pc:sldMkLst>
      </pc:sldChg>
      <pc:sldChg chg="addSp delSp modSp new mod setBg">
        <pc:chgData name="盡忠 楊" userId="d8c0327c0780a3ec" providerId="LiveId" clId="{0B93B723-8C5D-432E-BA34-CD70570D8F56}" dt="2026-08-23T10:26:00.983" v="135" actId="1076"/>
        <pc:sldMkLst>
          <pc:docMk/>
          <pc:sldMk cId="2387736549" sldId="263"/>
        </pc:sldMkLst>
        <pc:spChg chg="add mod">
          <ac:chgData name="盡忠 楊" userId="d8c0327c0780a3ec" providerId="LiveId" clId="{0B93B723-8C5D-432E-BA34-CD70570D8F56}" dt="2026-08-23T10:26:00.983" v="135" actId="1076"/>
          <ac:spMkLst>
            <pc:docMk/>
            <pc:sldMk cId="2387736549" sldId="263"/>
            <ac:spMk id="5" creationId="{3EDB17D8-7E5E-6CDD-62E2-5ED3EF979EBA}"/>
          </ac:spMkLst>
        </pc:spChg>
        <pc:spChg chg="add del">
          <ac:chgData name="盡忠 楊" userId="d8c0327c0780a3ec" providerId="LiveId" clId="{0B93B723-8C5D-432E-BA34-CD70570D8F56}" dt="2026-08-23T10:24:42.386" v="7" actId="26606"/>
          <ac:spMkLst>
            <pc:docMk/>
            <pc:sldMk cId="2387736549" sldId="263"/>
            <ac:spMk id="8" creationId="{ABA4FDDF-F59C-428B-8603-3A86D75931AB}"/>
          </ac:spMkLst>
        </pc:spChg>
        <pc:spChg chg="add del">
          <ac:chgData name="盡忠 楊" userId="d8c0327c0780a3ec" providerId="LiveId" clId="{0B93B723-8C5D-432E-BA34-CD70570D8F56}" dt="2026-08-23T10:24:43.176" v="9" actId="26606"/>
          <ac:spMkLst>
            <pc:docMk/>
            <pc:sldMk cId="2387736549" sldId="263"/>
            <ac:spMk id="10" creationId="{CDBAA4D9-7A8D-CE7B-3756-485ACF18AF72}"/>
          </ac:spMkLst>
        </pc:spChg>
        <pc:spChg chg="add del">
          <ac:chgData name="盡忠 楊" userId="d8c0327c0780a3ec" providerId="LiveId" clId="{0B93B723-8C5D-432E-BA34-CD70570D8F56}" dt="2026-08-23T10:24:43.176" v="9" actId="26606"/>
          <ac:spMkLst>
            <pc:docMk/>
            <pc:sldMk cId="2387736549" sldId="263"/>
            <ac:spMk id="11" creationId="{ABA4FDDF-F59C-428B-8603-3A86D75931AB}"/>
          </ac:spMkLst>
        </pc:spChg>
        <pc:spChg chg="add del">
          <ac:chgData name="盡忠 楊" userId="d8c0327c0780a3ec" providerId="LiveId" clId="{0B93B723-8C5D-432E-BA34-CD70570D8F56}" dt="2026-08-23T10:24:44.061" v="11" actId="26606"/>
          <ac:spMkLst>
            <pc:docMk/>
            <pc:sldMk cId="2387736549" sldId="263"/>
            <ac:spMk id="14" creationId="{ABA4FDDF-F59C-428B-8603-3A86D75931AB}"/>
          </ac:spMkLst>
        </pc:spChg>
        <pc:spChg chg="add del">
          <ac:chgData name="盡忠 楊" userId="d8c0327c0780a3ec" providerId="LiveId" clId="{0B93B723-8C5D-432E-BA34-CD70570D8F56}" dt="2026-08-23T10:24:44.846" v="13" actId="26606"/>
          <ac:spMkLst>
            <pc:docMk/>
            <pc:sldMk cId="2387736549" sldId="263"/>
            <ac:spMk id="16" creationId="{ABA4FDDF-F59C-428B-8603-3A86D75931AB}"/>
          </ac:spMkLst>
        </pc:spChg>
        <pc:spChg chg="add del">
          <ac:chgData name="盡忠 楊" userId="d8c0327c0780a3ec" providerId="LiveId" clId="{0B93B723-8C5D-432E-BA34-CD70570D8F56}" dt="2026-08-23T10:24:48.510" v="15" actId="26606"/>
          <ac:spMkLst>
            <pc:docMk/>
            <pc:sldMk cId="2387736549" sldId="263"/>
            <ac:spMk id="19" creationId="{ABA4FDDF-F59C-428B-8603-3A86D75931AB}"/>
          </ac:spMkLst>
        </pc:spChg>
        <pc:spChg chg="add del">
          <ac:chgData name="盡忠 楊" userId="d8c0327c0780a3ec" providerId="LiveId" clId="{0B93B723-8C5D-432E-BA34-CD70570D8F56}" dt="2026-08-23T10:24:51.193" v="17" actId="26606"/>
          <ac:spMkLst>
            <pc:docMk/>
            <pc:sldMk cId="2387736549" sldId="263"/>
            <ac:spMk id="21" creationId="{ABA4FDDF-F59C-428B-8603-3A86D75931AB}"/>
          </ac:spMkLst>
        </pc:spChg>
        <pc:spChg chg="add del">
          <ac:chgData name="盡忠 楊" userId="d8c0327c0780a3ec" providerId="LiveId" clId="{0B93B723-8C5D-432E-BA34-CD70570D8F56}" dt="2026-08-23T10:24:55.223" v="19" actId="26606"/>
          <ac:spMkLst>
            <pc:docMk/>
            <pc:sldMk cId="2387736549" sldId="263"/>
            <ac:spMk id="24" creationId="{ABA4FDDF-F59C-428B-8603-3A86D75931AB}"/>
          </ac:spMkLst>
        </pc:spChg>
        <pc:spChg chg="add del">
          <ac:chgData name="盡忠 楊" userId="d8c0327c0780a3ec" providerId="LiveId" clId="{0B93B723-8C5D-432E-BA34-CD70570D8F56}" dt="2026-08-23T10:24:55.223" v="19" actId="26606"/>
          <ac:spMkLst>
            <pc:docMk/>
            <pc:sldMk cId="2387736549" sldId="263"/>
            <ac:spMk id="25" creationId="{3701323A-3BD4-99D2-F90B-51E5AB342D48}"/>
          </ac:spMkLst>
        </pc:spChg>
        <pc:spChg chg="add del">
          <ac:chgData name="盡忠 楊" userId="d8c0327c0780a3ec" providerId="LiveId" clId="{0B93B723-8C5D-432E-BA34-CD70570D8F56}" dt="2026-08-23T10:24:58.199" v="21" actId="26606"/>
          <ac:spMkLst>
            <pc:docMk/>
            <pc:sldMk cId="2387736549" sldId="263"/>
            <ac:spMk id="28" creationId="{ABA4FDDF-F59C-428B-8603-3A86D75931AB}"/>
          </ac:spMkLst>
        </pc:spChg>
        <pc:spChg chg="add del">
          <ac:chgData name="盡忠 楊" userId="d8c0327c0780a3ec" providerId="LiveId" clId="{0B93B723-8C5D-432E-BA34-CD70570D8F56}" dt="2026-08-23T10:24:58.199" v="21" actId="26606"/>
          <ac:spMkLst>
            <pc:docMk/>
            <pc:sldMk cId="2387736549" sldId="263"/>
            <ac:spMk id="29" creationId="{F5B93277-2482-DF5B-A88D-67715E16430C}"/>
          </ac:spMkLst>
        </pc:spChg>
        <pc:spChg chg="add">
          <ac:chgData name="盡忠 楊" userId="d8c0327c0780a3ec" providerId="LiveId" clId="{0B93B723-8C5D-432E-BA34-CD70570D8F56}" dt="2026-08-23T10:24:58.203" v="22" actId="26606"/>
          <ac:spMkLst>
            <pc:docMk/>
            <pc:sldMk cId="2387736549" sldId="263"/>
            <ac:spMk id="32" creationId="{ABA4FDDF-F59C-428B-8603-3A86D75931AB}"/>
          </ac:spMkLst>
        </pc:spChg>
        <pc:picChg chg="add mod">
          <ac:chgData name="盡忠 楊" userId="d8c0327c0780a3ec" providerId="LiveId" clId="{0B93B723-8C5D-432E-BA34-CD70570D8F56}" dt="2026-08-23T10:24:58.203" v="22" actId="26606"/>
          <ac:picMkLst>
            <pc:docMk/>
            <pc:sldMk cId="2387736549" sldId="263"/>
            <ac:picMk id="3" creationId="{1461B996-02B2-4503-69D3-11163864FDF2}"/>
          </ac:picMkLst>
        </pc:picChg>
        <pc:cxnChg chg="add del">
          <ac:chgData name="盡忠 楊" userId="d8c0327c0780a3ec" providerId="LiveId" clId="{0B93B723-8C5D-432E-BA34-CD70570D8F56}" dt="2026-08-23T10:24:43.176" v="9" actId="26606"/>
          <ac:cxnSpMkLst>
            <pc:docMk/>
            <pc:sldMk cId="2387736549" sldId="263"/>
            <ac:cxnSpMk id="12" creationId="{9AE2764D-E1C7-4C0E-A5A4-12411550ABAD}"/>
          </ac:cxnSpMkLst>
        </pc:cxnChg>
        <pc:cxnChg chg="add del">
          <ac:chgData name="盡忠 楊" userId="d8c0327c0780a3ec" providerId="LiveId" clId="{0B93B723-8C5D-432E-BA34-CD70570D8F56}" dt="2026-08-23T10:24:44.846" v="13" actId="26606"/>
          <ac:cxnSpMkLst>
            <pc:docMk/>
            <pc:sldMk cId="2387736549" sldId="263"/>
            <ac:cxnSpMk id="17" creationId="{3EAD13EF-74FA-4D38-8F15-B51F09C96B35}"/>
          </ac:cxnSpMkLst>
        </pc:cxnChg>
        <pc:cxnChg chg="add del">
          <ac:chgData name="盡忠 楊" userId="d8c0327c0780a3ec" providerId="LiveId" clId="{0B93B723-8C5D-432E-BA34-CD70570D8F56}" dt="2026-08-23T10:24:51.193" v="17" actId="26606"/>
          <ac:cxnSpMkLst>
            <pc:docMk/>
            <pc:sldMk cId="2387736549" sldId="263"/>
            <ac:cxnSpMk id="22" creationId="{9AE2764D-E1C7-4C0E-A5A4-12411550ABAD}"/>
          </ac:cxnSpMkLst>
        </pc:cxnChg>
        <pc:cxnChg chg="add del">
          <ac:chgData name="盡忠 楊" userId="d8c0327c0780a3ec" providerId="LiveId" clId="{0B93B723-8C5D-432E-BA34-CD70570D8F56}" dt="2026-08-23T10:24:55.223" v="19" actId="26606"/>
          <ac:cxnSpMkLst>
            <pc:docMk/>
            <pc:sldMk cId="2387736549" sldId="263"/>
            <ac:cxnSpMk id="26" creationId="{9AE2764D-E1C7-4C0E-A5A4-12411550ABAD}"/>
          </ac:cxnSpMkLst>
        </pc:cxnChg>
        <pc:cxnChg chg="add del">
          <ac:chgData name="盡忠 楊" userId="d8c0327c0780a3ec" providerId="LiveId" clId="{0B93B723-8C5D-432E-BA34-CD70570D8F56}" dt="2026-08-23T10:24:58.199" v="21" actId="26606"/>
          <ac:cxnSpMkLst>
            <pc:docMk/>
            <pc:sldMk cId="2387736549" sldId="263"/>
            <ac:cxnSpMk id="30" creationId="{9AE2764D-E1C7-4C0E-A5A4-12411550ABA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19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22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8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88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6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10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6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49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15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41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17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1C891B9-CE72-A8BC-7F0C-A4DCD7FBD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97" y="925021"/>
            <a:ext cx="4124557" cy="3524250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8000" dirty="0">
                <a:solidFill>
                  <a:schemeClr val="accent6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暑假作業</a:t>
            </a:r>
            <a:br>
              <a:rPr lang="en-US" altLang="zh-TW" sz="80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80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小拼豆  </a:t>
            </a:r>
            <a:br>
              <a:rPr lang="en-US" altLang="zh-TW" sz="80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80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大創意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92669E3-C760-5240-83F5-CB421180F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772" y="5384095"/>
            <a:ext cx="4057882" cy="972532"/>
          </a:xfrm>
        </p:spPr>
        <p:txBody>
          <a:bodyPr anchor="t">
            <a:noAutofit/>
          </a:bodyPr>
          <a:lstStyle/>
          <a:p>
            <a:r>
              <a:rPr lang="en-US" altLang="zh-TW" sz="3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24</a:t>
            </a:r>
            <a:r>
              <a:rPr lang="zh-TW" altLang="en-US" sz="3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號  楊銥諠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3E519F74-FB4F-03BA-A0C1-FD3D9179C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99" b="2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2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400B5E12-3270-16D1-9894-4014AE1D9E56}"/>
              </a:ext>
            </a:extLst>
          </p:cNvPr>
          <p:cNvSpPr txBox="1"/>
          <p:nvPr/>
        </p:nvSpPr>
        <p:spPr>
          <a:xfrm>
            <a:off x="625981" y="1649712"/>
            <a:ext cx="10367134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latin typeface="Microsoft JhengHei"/>
              </a:defRPr>
            </a:pPr>
            <a:r>
              <a:rPr lang="zh-TW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暑假裡，選擇用拼豆，做出自己喜歡的作品。</a:t>
            </a:r>
          </a:p>
          <a:p>
            <a:pPr>
              <a:spcAft>
                <a:spcPts val="1400"/>
              </a:spcAft>
              <a:defRPr sz="2200">
                <a:latin typeface="Microsoft JhengHei"/>
              </a:defRPr>
            </a:pPr>
            <a:r>
              <a:rPr lang="zh-TW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透過拼豆，學習</a:t>
            </a:r>
            <a:r>
              <a:rPr lang="zh-TW" altLang="en-US" sz="3600" b="1" dirty="0">
                <a:solidFill>
                  <a:srgbClr val="C00000"/>
                </a:solidFill>
              </a:rPr>
              <a:t>耐心</a:t>
            </a:r>
            <a:r>
              <a:rPr lang="zh-TW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lang="zh-TW" altLang="en-US" sz="3600" b="1" dirty="0">
                <a:solidFill>
                  <a:srgbClr val="C00000"/>
                </a:solidFill>
              </a:rPr>
              <a:t>專心</a:t>
            </a:r>
            <a:r>
              <a:rPr lang="zh-TW" altLang="en-US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，發揮自己的</a:t>
            </a:r>
            <a:r>
              <a:rPr lang="zh-TW" altLang="en-US" sz="3600" b="1" dirty="0">
                <a:solidFill>
                  <a:srgbClr val="C00000"/>
                </a:solidFill>
              </a:rPr>
              <a:t>創意</a:t>
            </a:r>
            <a:r>
              <a:rPr lang="zh-TW" altLang="en-US" sz="3600" b="1" dirty="0"/>
              <a:t>。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336B3A6-9F67-4B52-9DFC-503D850C6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4" y="4009230"/>
            <a:ext cx="3784103" cy="283871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19D8F18-CCF4-746D-3101-A02914D82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22" y="4009230"/>
            <a:ext cx="3784102" cy="283871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0438FE0-8F28-120F-9B6E-6F1F63077E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551" y="4019165"/>
            <a:ext cx="3784102" cy="2838717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721A06D-50A1-E259-91CA-F60BF51198DE}"/>
              </a:ext>
            </a:extLst>
          </p:cNvPr>
          <p:cNvSpPr txBox="1"/>
          <p:nvPr/>
        </p:nvSpPr>
        <p:spPr>
          <a:xfrm>
            <a:off x="597801" y="230759"/>
            <a:ext cx="384200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600" b="1" dirty="0">
                <a:solidFill>
                  <a:srgbClr val="00B050"/>
                </a:solidFill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245335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559AC32-F37E-07D4-F3B1-E5889CC4EAD7}"/>
              </a:ext>
            </a:extLst>
          </p:cNvPr>
          <p:cNvSpPr txBox="1"/>
          <p:nvPr/>
        </p:nvSpPr>
        <p:spPr>
          <a:xfrm>
            <a:off x="8414328" y="525426"/>
            <a:ext cx="2811879" cy="8491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zh-TW" altLang="en-US" sz="4600" b="1" u="sng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作法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64F1A991-4F63-CDB5-229E-2FF08D908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298" b="656"/>
          <a:stretch>
            <a:fillRect/>
          </a:stretch>
        </p:blipFill>
        <p:spPr>
          <a:xfrm>
            <a:off x="20" y="535709"/>
            <a:ext cx="8229580" cy="5820640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DA0DC805-496A-1951-76E4-F9FE553CB566}"/>
              </a:ext>
            </a:extLst>
          </p:cNvPr>
          <p:cNvSpPr txBox="1"/>
          <p:nvPr/>
        </p:nvSpPr>
        <p:spPr>
          <a:xfrm>
            <a:off x="8414326" y="1605100"/>
            <a:ext cx="3482705" cy="41959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ts val="1400"/>
              </a:spcAft>
              <a:buSzPct val="87000"/>
              <a:buFont typeface="Arial" panose="020B0604020202020204" pitchFamily="34" charset="0"/>
              <a:buChar char="•"/>
              <a:defRPr sz="2200">
                <a:latin typeface="Microsoft JhengHei"/>
              </a:defRPr>
            </a:pPr>
            <a:r>
              <a:rPr lang="zh-TW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拼豆是一種小小的塑膠豆，可以按照圖案排列。</a:t>
            </a: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ts val="1400"/>
              </a:spcAft>
              <a:buSzPct val="87000"/>
              <a:buFont typeface="Arial" panose="020B0604020202020204" pitchFamily="34" charset="0"/>
              <a:buChar char="•"/>
              <a:defRPr sz="2200">
                <a:latin typeface="Microsoft JhengHei"/>
              </a:defRPr>
            </a:pPr>
            <a:r>
              <a:rPr lang="zh-TW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排列完成後，再用熨斗加熱，讓拼豆互相黏在一起。</a:t>
            </a:r>
            <a:endParaRPr lang="en-US" altLang="zh-TW" sz="2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ts val="1400"/>
              </a:spcAft>
              <a:buSzPct val="87000"/>
              <a:buFont typeface="Arial" panose="020B0604020202020204" pitchFamily="34" charset="0"/>
              <a:buChar char="•"/>
              <a:defRPr sz="2200">
                <a:latin typeface="Microsoft JhengHei"/>
              </a:defRPr>
            </a:pPr>
            <a:r>
              <a:rPr lang="zh-TW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可以做成吊飾、杯墊、裝飾品或小模型。</a:t>
            </a:r>
            <a:endParaRPr lang="en-US" altLang="zh-TW" sz="26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7945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702D8203-D46A-74C8-318D-81FB289AD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4020" y="1384939"/>
            <a:ext cx="4767935" cy="352425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400"/>
              </a:spcAft>
              <a:defRPr sz="2200">
                <a:latin typeface="Microsoft JhengHei"/>
              </a:defRPr>
            </a:pPr>
            <a:br>
              <a:rPr lang="en-US" sz="25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zh-TW" altLang="en-US" sz="25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一、</a:t>
            </a:r>
            <a:r>
              <a:rPr lang="en-US" sz="2500" b="1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拼豆很小，容易不小心碰倒</a:t>
            </a:r>
            <a:endParaRPr lang="en-US" sz="25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Aft>
                <a:spcPts val="1400"/>
              </a:spcAft>
              <a:defRPr sz="2200">
                <a:latin typeface="Microsoft JhengHei"/>
              </a:defRPr>
            </a:pPr>
            <a:r>
              <a:rPr lang="en-US" sz="2500" b="1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先排好一小區，再慢慢完成其他部分</a:t>
            </a:r>
            <a:r>
              <a:rPr lang="en-US" sz="25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。</a:t>
            </a:r>
          </a:p>
          <a:p>
            <a:pPr>
              <a:lnSpc>
                <a:spcPct val="90000"/>
              </a:lnSpc>
              <a:spcAft>
                <a:spcPts val="1400"/>
              </a:spcAft>
              <a:defRPr sz="2200">
                <a:latin typeface="Microsoft JhengHei"/>
              </a:defRPr>
            </a:pPr>
            <a:br>
              <a:rPr lang="en-US" altLang="zh-TW" sz="25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zh-TW" altLang="en-US" sz="25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二、</a:t>
            </a:r>
            <a:r>
              <a:rPr lang="en-US" sz="2500" b="1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顏色很多，有時候會放錯</a:t>
            </a:r>
            <a:endParaRPr lang="en-US" sz="2500" b="1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Aft>
                <a:spcPts val="1400"/>
              </a:spcAft>
              <a:defRPr sz="2200">
                <a:latin typeface="Microsoft JhengHei"/>
              </a:defRPr>
            </a:pPr>
            <a:r>
              <a:rPr lang="en-US" sz="2500" b="1" kern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製作前先確認圖案，再一格一格檢查</a:t>
            </a:r>
            <a:r>
              <a:rPr lang="en-US" sz="2500" b="1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。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B50FB7D1-34D8-4A16-6527-1CAD47EEA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5779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6EB4509D-2150-FAED-5D24-67FE8F779F1C}"/>
              </a:ext>
            </a:extLst>
          </p:cNvPr>
          <p:cNvSpPr txBox="1"/>
          <p:nvPr/>
        </p:nvSpPr>
        <p:spPr>
          <a:xfrm>
            <a:off x="494020" y="584720"/>
            <a:ext cx="384200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600" b="1" u="sng" kern="12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常遇到的問題</a:t>
            </a:r>
            <a:endParaRPr lang="zh-TW" altLang="en-US" sz="4600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52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B8182E18-B02B-381B-0B0B-61ACD91673F4}"/>
              </a:ext>
            </a:extLst>
          </p:cNvPr>
          <p:cNvSpPr txBox="1"/>
          <p:nvPr/>
        </p:nvSpPr>
        <p:spPr>
          <a:xfrm>
            <a:off x="597801" y="1728534"/>
            <a:ext cx="11299232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latin typeface="Microsoft JhengHei"/>
              </a:defRPr>
            </a:pPr>
            <a:r>
              <a:rPr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做拼豆看起來簡單，實際做起來需要很多耐心</a:t>
            </a:r>
            <a:r>
              <a:rPr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</a:p>
          <a:p>
            <a:pPr>
              <a:spcAft>
                <a:spcPts val="1400"/>
              </a:spcAft>
              <a:defRPr sz="2200">
                <a:latin typeface="Microsoft JhengHei"/>
              </a:defRPr>
            </a:pPr>
            <a:r>
              <a:rPr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我發現只要專心一格一格完成，就能做出漂亮的作品</a:t>
            </a:r>
            <a:r>
              <a:rPr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</a:p>
          <a:p>
            <a:pPr>
              <a:spcAft>
                <a:spcPts val="1400"/>
              </a:spcAft>
              <a:defRPr sz="2200">
                <a:latin typeface="Microsoft JhengHei"/>
              </a:defRPr>
            </a:pPr>
            <a:r>
              <a:rPr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這次暑假作業</a:t>
            </a:r>
            <a:r>
              <a:rPr lang="zh-TW" alt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</a:t>
            </a:r>
            <a:r>
              <a:rPr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讓我學會</a:t>
            </a:r>
            <a:r>
              <a:rPr sz="3600" dirty="0" err="1">
                <a:solidFill>
                  <a:srgbClr val="C00000"/>
                </a:solidFill>
              </a:rPr>
              <a:t>耐心</a:t>
            </a:r>
            <a:r>
              <a:rPr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、</a:t>
            </a:r>
            <a:r>
              <a:rPr sz="3600" dirty="0" err="1">
                <a:solidFill>
                  <a:srgbClr val="C00000"/>
                </a:solidFill>
              </a:rPr>
              <a:t>細心</a:t>
            </a:r>
            <a:r>
              <a:rPr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和</a:t>
            </a:r>
            <a:r>
              <a:rPr sz="3600" dirty="0" err="1">
                <a:solidFill>
                  <a:srgbClr val="C00000"/>
                </a:solidFill>
              </a:rPr>
              <a:t>發揮創意</a:t>
            </a:r>
            <a:r>
              <a:rPr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</a:p>
          <a:p>
            <a:pPr>
              <a:spcAft>
                <a:spcPts val="1400"/>
              </a:spcAft>
              <a:defRPr sz="2200">
                <a:latin typeface="Microsoft JhengHei"/>
              </a:defRPr>
            </a:pP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1400"/>
              </a:spcAft>
              <a:defRPr sz="2200">
                <a:latin typeface="Microsoft JhengHei"/>
              </a:defRPr>
            </a:pPr>
            <a:r>
              <a:rPr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下次</a:t>
            </a:r>
            <a:r>
              <a:rPr lang="zh-TW" alt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</a:t>
            </a:r>
            <a:r>
              <a:rPr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我想挑戰更大、更複雜的拼豆作品</a:t>
            </a:r>
            <a:r>
              <a:rPr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！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22450E2-08B9-DA36-2270-4DBA9CDFC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4" t="16410" r="11653" b="26301"/>
          <a:stretch>
            <a:fillRect/>
          </a:stretch>
        </p:blipFill>
        <p:spPr>
          <a:xfrm>
            <a:off x="9312648" y="3848519"/>
            <a:ext cx="2879352" cy="266783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9498EB3-4524-78CB-0833-E6D24E3DE3DF}"/>
              </a:ext>
            </a:extLst>
          </p:cNvPr>
          <p:cNvSpPr txBox="1"/>
          <p:nvPr/>
        </p:nvSpPr>
        <p:spPr>
          <a:xfrm>
            <a:off x="597801" y="230759"/>
            <a:ext cx="384200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600" b="1" dirty="0">
                <a:solidFill>
                  <a:srgbClr val="00B050"/>
                </a:solidFill>
              </a:rPr>
              <a:t>心得</a:t>
            </a:r>
          </a:p>
        </p:txBody>
      </p:sp>
    </p:spTree>
    <p:extLst>
      <p:ext uri="{BB962C8B-B14F-4D97-AF65-F5344CB8AC3E}">
        <p14:creationId xmlns:p14="http://schemas.microsoft.com/office/powerpoint/2010/main" val="1018635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4B7F9F0-259B-30C5-EEAC-C199755FD4C9}"/>
              </a:ext>
            </a:extLst>
          </p:cNvPr>
          <p:cNvSpPr txBox="1"/>
          <p:nvPr/>
        </p:nvSpPr>
        <p:spPr>
          <a:xfrm>
            <a:off x="1336010" y="4572426"/>
            <a:ext cx="9549183" cy="948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zh-TW" altLang="en-US" sz="5400" b="1">
                <a:latin typeface="+mj-lt"/>
                <a:ea typeface="+mj-ea"/>
                <a:cs typeface="+mj-cs"/>
              </a:rPr>
              <a:t>作品設計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A042D1E7-294C-E097-FB47-6EABA07F2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6" t="13899" r="12446" b="17988"/>
          <a:stretch>
            <a:fillRect/>
          </a:stretch>
        </p:blipFill>
        <p:spPr>
          <a:xfrm>
            <a:off x="9211326" y="177560"/>
            <a:ext cx="1910929" cy="209424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B461B793-35BA-56A2-52B1-09EF05EDDE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13899" r="15097" b="14038"/>
          <a:stretch>
            <a:fillRect/>
          </a:stretch>
        </p:blipFill>
        <p:spPr>
          <a:xfrm>
            <a:off x="9170670" y="2375309"/>
            <a:ext cx="1951586" cy="220558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EA38556-4456-E1CC-8F70-6DF2D88AF8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1" r="17132" b="28979"/>
          <a:stretch>
            <a:fillRect/>
          </a:stretch>
        </p:blipFill>
        <p:spPr>
          <a:xfrm>
            <a:off x="4549136" y="1031001"/>
            <a:ext cx="3448078" cy="350017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B043120-50A5-E5B2-3741-B3368FA022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07" r="5003" b="31003"/>
          <a:stretch>
            <a:fillRect/>
          </a:stretch>
        </p:blipFill>
        <p:spPr>
          <a:xfrm>
            <a:off x="795850" y="2490923"/>
            <a:ext cx="2760149" cy="204025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2C0D4227-0365-86B0-AC7F-6927457DFF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5" t="13899" r="17666" b="17988"/>
          <a:stretch>
            <a:fillRect/>
          </a:stretch>
        </p:blipFill>
        <p:spPr>
          <a:xfrm>
            <a:off x="1280491" y="177560"/>
            <a:ext cx="1864031" cy="2178465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EE7F79-08E8-405E-9B6D-B1560F348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4218" y="6272784"/>
            <a:ext cx="1020470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751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7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461B996-02B2-4503-69D3-11163864F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95"/>
          <a:stretch>
            <a:fillRect/>
          </a:stretch>
        </p:blipFill>
        <p:spPr>
          <a:xfrm rot="16200000">
            <a:off x="2667007" y="-2667005"/>
            <a:ext cx="6857988" cy="1219200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3EDB17D8-7E5E-6CDD-62E2-5ED3EF979EBA}"/>
              </a:ext>
            </a:extLst>
          </p:cNvPr>
          <p:cNvSpPr txBox="1"/>
          <p:nvPr/>
        </p:nvSpPr>
        <p:spPr>
          <a:xfrm>
            <a:off x="2731400" y="3095218"/>
            <a:ext cx="73663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latin typeface="Microsoft JhengHei"/>
              </a:defRPr>
            </a:pPr>
            <a:r>
              <a:rPr lang="en-US" sz="8000" dirty="0">
                <a:solidFill>
                  <a:srgbClr val="00B050"/>
                </a:solidFill>
                <a:latin typeface="Eras Bold ITC" panose="020B0907030504020204" pitchFamily="34" charset="0"/>
              </a:rPr>
              <a:t>THANK YOU</a:t>
            </a:r>
            <a:endParaRPr sz="8000" dirty="0">
              <a:solidFill>
                <a:srgbClr val="00B050"/>
              </a:solidFill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73654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138</Words>
  <Application>Microsoft Office PowerPoint</Application>
  <PresentationFormat>寬螢幕</PresentationFormat>
  <Paragraphs>22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微軟正黑體</vt:lpstr>
      <vt:lpstr>Arial</vt:lpstr>
      <vt:lpstr>Eras Bold ITC</vt:lpstr>
      <vt:lpstr>Grandview Display</vt:lpstr>
      <vt:lpstr>DashVTI</vt:lpstr>
      <vt:lpstr>暑假作業 小拼豆   大創意</vt:lpstr>
      <vt:lpstr>PowerPoint 簡報</vt:lpstr>
      <vt:lpstr>PowerPoint 簡報</vt:lpstr>
      <vt:lpstr> 一、拼豆很小，容易不小心碰倒 先排好一小區，再慢慢完成其他部分。  二、顏色很多，有時候會放錯 製作前先確認圖案，再一格一格檢查。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盡忠 楊</dc:creator>
  <cp:lastModifiedBy>盡忠 楊</cp:lastModifiedBy>
  <cp:revision>1</cp:revision>
  <dcterms:created xsi:type="dcterms:W3CDTF">2026-08-23T09:49:34Z</dcterms:created>
  <dcterms:modified xsi:type="dcterms:W3CDTF">2026-08-23T10:30:43Z</dcterms:modified>
</cp:coreProperties>
</file>