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540"/>
  </p:normalViewPr>
  <p:slideViewPr>
    <p:cSldViewPr snapToGrid="0">
      <p:cViewPr varScale="1">
        <p:scale>
          <a:sx n="104" d="100"/>
          <a:sy n="104" d="100"/>
        </p:scale>
        <p:origin x="8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DD061C-3F2F-E795-3A3C-F7BF6FC81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72CD641-5170-29AF-B9E2-74ECC4161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C2E2C5-026A-733C-1835-A73220C30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42FD-CAC3-6B4B-BEC6-AFD5F8E56BEB}" type="datetimeFigureOut">
              <a:rPr kumimoji="1" lang="zh-TW" altLang="en-US" smtClean="0"/>
              <a:t>2026/8/16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7955AC-0F93-64D8-594F-C8DE8BCB1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FE3F87-EFCA-5E64-4B75-A5B8A3C12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787-9B54-C24B-8722-4E5371980F1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9291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6B23E4-008D-38FD-0680-043CD47A3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CD47C4-7FC7-DDFC-F7F8-AAE9467B1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4EBC91-918E-39BD-1BA0-6B89D43D1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42FD-CAC3-6B4B-BEC6-AFD5F8E56BEB}" type="datetimeFigureOut">
              <a:rPr kumimoji="1" lang="zh-TW" altLang="en-US" smtClean="0"/>
              <a:t>2026/8/16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824904-897F-43DA-7B81-B3C230BF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582AF9-3D24-98A9-6EC0-667E1A46D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787-9B54-C24B-8722-4E5371980F1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03773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C1AE71-672B-499A-3318-FA2994D39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43220A8-B8B5-FE85-606D-D61BA3B00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B4F4E6-AAD7-93AB-C4EB-921350BD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42FD-CAC3-6B4B-BEC6-AFD5F8E56BEB}" type="datetimeFigureOut">
              <a:rPr kumimoji="1" lang="zh-TW" altLang="en-US" smtClean="0"/>
              <a:t>2026/8/16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EC1C10-1345-9ADF-EB30-D37A91C0E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D30BAA-3942-CB16-DED1-8380EAB2B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787-9B54-C24B-8722-4E5371980F1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987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12C28C-D265-0166-D39B-489CD1F0A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463AB6-34C8-7813-81F7-EEBF18EDFA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DA9CE6A-6872-7E21-E96F-0EA273429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317C710-BA37-C763-21FE-3BB0BAA45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42FD-CAC3-6B4B-BEC6-AFD5F8E56BEB}" type="datetimeFigureOut">
              <a:rPr kumimoji="1" lang="zh-TW" altLang="en-US" smtClean="0"/>
              <a:t>2026/8/16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60A430-4815-C7B2-ECD6-507633350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739D1CB-8603-6846-AF95-5AD34438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787-9B54-C24B-8722-4E5371980F1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38127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2DE952-164C-D30A-356D-D6ED8F171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B74DF4E-47E3-1A4F-8DB3-6BC66AA63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D7745E3-4BE9-0668-05E6-F6664B643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715DB88-84A5-8A01-24CF-0B667D98E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D402EB6-1632-729E-81DD-A1E34DBF6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EBDB9FA-ACC9-B655-EA57-A0788FF13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42FD-CAC3-6B4B-BEC6-AFD5F8E56BEB}" type="datetimeFigureOut">
              <a:rPr kumimoji="1" lang="zh-TW" altLang="en-US" smtClean="0"/>
              <a:t>2026/8/16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44ED488-73B9-A18F-8120-0B6E1E5F9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89BB06A-C159-39B6-C588-6B3D9824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787-9B54-C24B-8722-4E5371980F1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5026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0D177C-8CCC-D4ED-35A3-BC1FBB939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1C2C61F-9CAE-3EC7-DC62-10B843C71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42FD-CAC3-6B4B-BEC6-AFD5F8E56BEB}" type="datetimeFigureOut">
              <a:rPr kumimoji="1" lang="zh-TW" altLang="en-US" smtClean="0"/>
              <a:t>2026/8/16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E8C3822-FFE7-7C0D-8BFF-F2F564B64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7ADA3BC-5919-F4B8-7A96-F777D5AEB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787-9B54-C24B-8722-4E5371980F1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9700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60C6CC9-55CF-6B50-ABE4-ED4D80C59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42FD-CAC3-6B4B-BEC6-AFD5F8E56BEB}" type="datetimeFigureOut">
              <a:rPr kumimoji="1" lang="zh-TW" altLang="en-US" smtClean="0"/>
              <a:t>2026/8/16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9F79492-1D32-CBD3-78FD-32A8E5B4C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A04DFA-6663-6339-AE36-56831726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787-9B54-C24B-8722-4E5371980F1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8477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7AAB00-775A-D512-6DF6-F5C8355DD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D4CC4A-9C46-07A4-034B-F63211697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B78681C-C3B4-4AF8-9B2F-0E817BE31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5048B6-F10A-9EF1-FD20-70A9A124C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42FD-CAC3-6B4B-BEC6-AFD5F8E56BEB}" type="datetimeFigureOut">
              <a:rPr kumimoji="1" lang="zh-TW" altLang="en-US" smtClean="0"/>
              <a:t>2026/8/16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DA9CE2E-BDC8-0D00-32E9-F45272858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62690B8-3943-91FE-A628-BF2B7BB34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787-9B54-C24B-8722-4E5371980F1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0959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4344E2-4A18-BA29-4591-49D2AA30A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E5936CE-FFF6-D042-FC27-DBFB68489A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EB1AA67-7815-A154-1D1A-F9C7DECD0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AB5C03D-98FF-C46B-F478-6BEB179E2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42FD-CAC3-6B4B-BEC6-AFD5F8E56BEB}" type="datetimeFigureOut">
              <a:rPr kumimoji="1" lang="zh-TW" altLang="en-US" smtClean="0"/>
              <a:t>2026/8/16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FB0538D-42A1-48D3-9948-46C3C2557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3C07E9-9A96-6554-601D-79761E555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787-9B54-C24B-8722-4E5371980F1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6272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4B213D-F87E-CC38-46CE-5893F659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B9B19BF-6B41-7616-2A20-FC059E389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CB5D90A-39A4-0857-345F-5E66A97E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42FD-CAC3-6B4B-BEC6-AFD5F8E56BEB}" type="datetimeFigureOut">
              <a:rPr kumimoji="1" lang="zh-TW" altLang="en-US" smtClean="0"/>
              <a:t>2026/8/16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8011B3-171B-46E6-BF1D-15B1E02C1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E0B028-D2AF-2878-34A9-022670216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787-9B54-C24B-8722-4E5371980F1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9091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61E5957-B2E6-6DFE-EBAC-1B3782EE44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7F0E5F7-C804-82D2-FA82-69316B8B0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7DEB9F-98EA-10ED-4E9C-3C85BDCDD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42FD-CAC3-6B4B-BEC6-AFD5F8E56BEB}" type="datetimeFigureOut">
              <a:rPr kumimoji="1" lang="zh-TW" altLang="en-US" smtClean="0"/>
              <a:t>2026/8/16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F0D21A-21A0-9A28-1222-58C312C8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C90542-6CF5-F4FE-2D49-960A81F4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787-9B54-C24B-8722-4E5371980F1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28726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80E09A4-1EF1-796B-03FD-263EB90FA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246269E-7614-34E1-3AD5-63C92E611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CAF6E3-D35D-6C3D-16A6-EF06DC6116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242FD-CAC3-6B4B-BEC6-AFD5F8E56BEB}" type="datetimeFigureOut">
              <a:rPr kumimoji="1" lang="zh-TW" altLang="en-US" smtClean="0"/>
              <a:t>2026/8/16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4EB96A-E689-C898-AA80-F43BAAB975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17C26F-F7BC-68F3-C27B-196AD2291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C9787-9B54-C24B-8722-4E5371980F1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07219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E622A1-166D-546A-AA7D-69ECB92E4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5546" y="1198649"/>
            <a:ext cx="9852454" cy="3299160"/>
          </a:xfrm>
        </p:spPr>
        <p:txBody>
          <a:bodyPr>
            <a:noAutofit/>
          </a:bodyPr>
          <a:lstStyle/>
          <a:p>
            <a:br>
              <a:rPr kumimoji="1" lang="en-US" altLang="zh-TW" dirty="0"/>
            </a:br>
            <a:r>
              <a:rPr kumimoji="1" lang="zh-TW" altLang="en-US" dirty="0"/>
              <a:t>暑假自主學習計畫</a:t>
            </a:r>
            <a:br>
              <a:rPr kumimoji="1" lang="en-US" altLang="zh-TW" dirty="0"/>
            </a:br>
            <a:r>
              <a:rPr kumimoji="1" lang="zh-TW" altLang="en-US" dirty="0"/>
              <a:t>自行車挑戰</a:t>
            </a:r>
            <a:br>
              <a:rPr kumimoji="1" lang="zh-TW" altLang="en-US" dirty="0"/>
            </a:br>
            <a:endParaRPr kumimoji="1"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5961761-8AC0-7B3E-4EFD-B39130913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8221" y="4361884"/>
            <a:ext cx="9667103" cy="1655762"/>
          </a:xfrm>
        </p:spPr>
        <p:txBody>
          <a:bodyPr>
            <a:normAutofit/>
          </a:bodyPr>
          <a:lstStyle/>
          <a:p>
            <a:r>
              <a:rPr kumimoji="1" lang="en-US" altLang="zh-TW" sz="7200" dirty="0"/>
              <a:t>07</a:t>
            </a:r>
            <a:r>
              <a:rPr kumimoji="1" lang="zh-TW" altLang="en-US" sz="7200" dirty="0"/>
              <a:t>許睿旂</a:t>
            </a:r>
            <a:endParaRPr kumimoji="1"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807301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615B4D-7BA9-8C5B-D1F9-2C1CFF76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路線簡介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3D0240-679B-D8B9-B37E-99A024A3E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059" y="1788554"/>
            <a:ext cx="5428737" cy="4351337"/>
          </a:xfrm>
        </p:spPr>
        <p:txBody>
          <a:bodyPr/>
          <a:lstStyle/>
          <a:p>
            <a:r>
              <a:rPr kumimoji="1" lang="zh-TW" altLang="en-US" dirty="0"/>
              <a:t>由故宮博物院出發，經至善路，到春城釣蝦場右轉，即到達中社路，開始本次挑戰。</a:t>
            </a:r>
            <a:endParaRPr kumimoji="1" lang="en-US" altLang="zh-TW" dirty="0"/>
          </a:p>
          <a:p>
            <a:r>
              <a:rPr kumimoji="1" lang="zh-TW" altLang="en-US" dirty="0"/>
              <a:t>中社路位於台北市士林區的山路，</a:t>
            </a:r>
            <a:r>
              <a:rPr kumimoji="1" lang="en-US" altLang="zh-TW" dirty="0"/>
              <a:t>1</a:t>
            </a:r>
            <a:r>
              <a:rPr kumimoji="1" lang="zh-TW" altLang="en-US" dirty="0"/>
              <a:t>段加</a:t>
            </a:r>
            <a:r>
              <a:rPr kumimoji="1" lang="en-US" altLang="zh-TW" dirty="0"/>
              <a:t>2</a:t>
            </a:r>
            <a:r>
              <a:rPr kumimoji="1" lang="zh-TW" altLang="en-US" dirty="0"/>
              <a:t>段總長約</a:t>
            </a:r>
            <a:r>
              <a:rPr kumimoji="1" lang="en-US" altLang="zh-TW" dirty="0"/>
              <a:t>4</a:t>
            </a:r>
            <a:r>
              <a:rPr kumimoji="1" lang="zh-TW" altLang="en-US" dirty="0"/>
              <a:t>公里，終點為翠山步道。</a:t>
            </a:r>
            <a:endParaRPr kumimoji="1" lang="en-US" altLang="zh-TW" dirty="0"/>
          </a:p>
          <a:p>
            <a:r>
              <a:rPr kumimoji="1" lang="zh-TW" altLang="en-US" dirty="0"/>
              <a:t>中社路是台北市著名的單車路線，道路寬廣，車輛稀少，適合初學者騎乘。</a:t>
            </a:r>
            <a:endParaRPr kumimoji="1" lang="en-US" altLang="zh-TW" dirty="0"/>
          </a:p>
          <a:p>
            <a:endParaRPr kumimoji="1" lang="en-US" altLang="zh-TW" dirty="0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EAEC2CE3-0645-A5CC-EB62-38089321AE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35482" y="1788554"/>
            <a:ext cx="5428737" cy="393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820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D5A7E9-7152-940E-E551-FFC992853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夜騎的特殊體驗與挑戰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7B16C4-E2C7-B2E2-8384-AF110B826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中社路處於低海拔地區，而我又是夜晚騎行，停下來休息的時候可以看到路邊有很多蜈蚣，蚊子也特別多，但我也有看到疑是穿山甲的動物，非常特別。</a:t>
            </a:r>
            <a:endParaRPr kumimoji="1" lang="en-US" altLang="zh-TW" dirty="0"/>
          </a:p>
          <a:p>
            <a:r>
              <a:rPr kumimoji="1" lang="zh-TW" altLang="en-US" dirty="0"/>
              <a:t>一開始兩旁還是熟悉的住宅和商家，隨著坡度逐漸升高，兩旁的景色慢慢轉變為茂密的叢林。</a:t>
            </a:r>
            <a:endParaRPr kumimoji="1" lang="en-US" altLang="zh-TW" dirty="0"/>
          </a:p>
          <a:p>
            <a:r>
              <a:rPr kumimoji="1" lang="zh-TW" altLang="en-US" dirty="0"/>
              <a:t>有別於白天騎車，視野良好，晚上視線不佳，所意我準備了車燈，照亮前方的路面，以及提醒後方來車。</a:t>
            </a:r>
          </a:p>
        </p:txBody>
      </p:sp>
    </p:spTree>
    <p:extLst>
      <p:ext uri="{BB962C8B-B14F-4D97-AF65-F5344CB8AC3E}">
        <p14:creationId xmlns:p14="http://schemas.microsoft.com/office/powerpoint/2010/main" val="590353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D820D2-1FFF-483E-996F-A887E5DFA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心得與收穫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2F7C53-A4C8-9B2C-BFFA-99893ECA8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這次從故宮博物院出發的夜間騎乘，雖然只有短短的</a:t>
            </a:r>
            <a:r>
              <a:rPr kumimoji="1" lang="en-US" altLang="zh-TW" dirty="0"/>
              <a:t>40</a:t>
            </a:r>
            <a:r>
              <a:rPr kumimoji="1" lang="zh-TW" altLang="en-US" dirty="0"/>
              <a:t>分鐘，卻讓我收穫了與白天截然不同的感官體驗，。中社路好走的特性，加上夜晚的寧靜，構成了難忘的回憶，期許下次能夠持續探索臺北周邊的單車路線。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A1437AE-8F80-522F-DAEF-422D7CC72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813" y="3139276"/>
            <a:ext cx="6608484" cy="371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426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259</Words>
  <Application>Microsoft Macintosh PowerPoint</Application>
  <PresentationFormat>寬螢幕</PresentationFormat>
  <Paragraphs>12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佈景主題</vt:lpstr>
      <vt:lpstr> 暑假自主學習計畫 自行車挑戰 </vt:lpstr>
      <vt:lpstr>路線簡介</vt:lpstr>
      <vt:lpstr>夜騎的特殊體驗與挑戰</vt:lpstr>
      <vt:lpstr>心得與收穫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暑假自主學習計畫 自行車挑戰 </dc:title>
  <dc:creator>Ethan</dc:creator>
  <cp:lastModifiedBy>Ethan</cp:lastModifiedBy>
  <cp:revision>1</cp:revision>
  <dcterms:created xsi:type="dcterms:W3CDTF">2026-08-16T06:20:30Z</dcterms:created>
  <dcterms:modified xsi:type="dcterms:W3CDTF">2026-08-16T08:10:37Z</dcterms:modified>
</cp:coreProperties>
</file>