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4" autoAdjust="0"/>
    <p:restoredTop sz="94660"/>
  </p:normalViewPr>
  <p:slideViewPr>
    <p:cSldViewPr snapToGrid="0">
      <p:cViewPr varScale="1">
        <p:scale>
          <a:sx n="77" d="100"/>
          <a:sy n="77" d="100"/>
        </p:scale>
        <p:origin x="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64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33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01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35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35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4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41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F131DD-A141-4471-BCF9-C6073EDD7E2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88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6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5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9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09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62595" y="1975757"/>
            <a:ext cx="10058400" cy="1304326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   暑假自主學習計畫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                                                                                                                                         </a:t>
            </a:r>
            <a:endParaRPr lang="en-US" altLang="zh-TW" dirty="0" smtClean="0"/>
          </a:p>
          <a:p>
            <a:r>
              <a:rPr lang="zh-TW" altLang="en-US" dirty="0" smtClean="0"/>
              <a:t>                                                                                     </a:t>
            </a:r>
            <a:r>
              <a:rPr lang="en-US" altLang="zh-TW" dirty="0" smtClean="0"/>
              <a:t>50804</a:t>
            </a:r>
            <a:r>
              <a:rPr lang="zh-TW" altLang="en-US" dirty="0" smtClean="0"/>
              <a:t>陳崇名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8467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                   我</a:t>
            </a:r>
            <a:r>
              <a:rPr lang="zh-TW" altLang="en-US" dirty="0"/>
              <a:t>想學習的技能</a:t>
            </a:r>
            <a:r>
              <a:rPr lang="zh-TW" altLang="en-US" dirty="0" smtClean="0"/>
              <a:t>是</a:t>
            </a:r>
            <a:r>
              <a:rPr lang="en-US" altLang="zh-TW" dirty="0" smtClean="0"/>
              <a:t>……..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97280" y="1878391"/>
            <a:ext cx="10058400" cy="4023360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r>
              <a:rPr lang="zh-TW" altLang="en-US" sz="7200" dirty="0" smtClean="0"/>
              <a:t>         </a:t>
            </a:r>
            <a:endParaRPr lang="en-US" altLang="zh-TW" sz="7200" dirty="0" smtClean="0"/>
          </a:p>
          <a:p>
            <a:pPr marL="0" indent="0">
              <a:buNone/>
            </a:pPr>
            <a:r>
              <a:rPr lang="zh-TW" altLang="en-US" sz="7200" dirty="0" smtClean="0"/>
              <a:t>                 做餅乾                                                      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3182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 smtClean="0"/>
              <a:t>第一步</a:t>
            </a:r>
            <a:r>
              <a:rPr lang="en-US" altLang="zh-TW" dirty="0" smtClean="0"/>
              <a:t>:</a:t>
            </a:r>
            <a:endParaRPr lang="zh-TW" altLang="en-US" sz="96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/>
              <a:t>把</a:t>
            </a:r>
            <a:r>
              <a:rPr lang="en-US" altLang="zh-TW" sz="2800" dirty="0" smtClean="0"/>
              <a:t>85</a:t>
            </a:r>
            <a:r>
              <a:rPr lang="zh-TW" altLang="en-US" sz="2800" dirty="0" smtClean="0"/>
              <a:t>公克的奶油和雞蛋混合</a:t>
            </a:r>
            <a:r>
              <a:rPr lang="zh-TW" altLang="en-US" sz="2800" dirty="0"/>
              <a:t>並加入餅乾預拌</a:t>
            </a:r>
            <a:r>
              <a:rPr lang="zh-TW" altLang="en-US" sz="2800" dirty="0" smtClean="0"/>
              <a:t>粉</a:t>
            </a:r>
            <a:endParaRPr lang="zh-TW" altLang="en-US" sz="2800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159" y="0"/>
            <a:ext cx="4062153" cy="6890858"/>
          </a:xfrm>
        </p:spPr>
      </p:pic>
    </p:spTree>
    <p:extLst>
      <p:ext uri="{BB962C8B-B14F-4D97-AF65-F5344CB8AC3E}">
        <p14:creationId xmlns:p14="http://schemas.microsoft.com/office/powerpoint/2010/main" val="666738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 smtClean="0"/>
              <a:t>第</a:t>
            </a:r>
            <a:r>
              <a:rPr lang="zh-TW" altLang="en-US" sz="4800" dirty="0"/>
              <a:t>二</a:t>
            </a:r>
            <a:r>
              <a:rPr lang="zh-TW" altLang="en-US" sz="4800" dirty="0" smtClean="0"/>
              <a:t>步</a:t>
            </a:r>
            <a:r>
              <a:rPr lang="en-US" altLang="zh-TW" dirty="0" smtClean="0"/>
              <a:t>:</a:t>
            </a:r>
            <a:endParaRPr lang="zh-TW" altLang="en-US" sz="96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/>
              <a:t>把這三種料把打成像麵團一樣</a:t>
            </a:r>
            <a:r>
              <a:rPr lang="zh-TW" altLang="en-US" sz="28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，並放入烤箱</a:t>
            </a:r>
            <a:endParaRPr lang="zh-TW" altLang="en-US" sz="28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0"/>
            <a:ext cx="3962400" cy="6858000"/>
          </a:xfrm>
        </p:spPr>
      </p:pic>
    </p:spTree>
    <p:extLst>
      <p:ext uri="{BB962C8B-B14F-4D97-AF65-F5344CB8AC3E}">
        <p14:creationId xmlns:p14="http://schemas.microsoft.com/office/powerpoint/2010/main" val="37876272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 smtClean="0"/>
              <a:t>第三步</a:t>
            </a:r>
            <a:r>
              <a:rPr lang="en-US" altLang="zh-TW" dirty="0" smtClean="0"/>
              <a:t>:</a:t>
            </a:r>
            <a:endParaRPr lang="zh-TW" altLang="en-US" sz="96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/>
              <a:t>大概烤</a:t>
            </a:r>
            <a:r>
              <a:rPr lang="en-US" altLang="zh-TW" sz="2800" dirty="0" smtClean="0"/>
              <a:t>20</a:t>
            </a:r>
            <a:r>
              <a:rPr lang="zh-TW" altLang="en-US" sz="2800" dirty="0" smtClean="0"/>
              <a:t>分鐘後就可以拿出來了</a:t>
            </a:r>
            <a:r>
              <a:rPr lang="zh-TW" altLang="en-US" sz="2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！拿出來後放個</a:t>
            </a:r>
            <a:r>
              <a:rPr lang="en-US" altLang="zh-TW" sz="2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30</a:t>
            </a:r>
            <a:r>
              <a:rPr lang="zh-TW" altLang="en-US" sz="2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分鐘就完成了</a:t>
            </a:r>
            <a:r>
              <a:rPr lang="zh-TW" altLang="en-US" sz="2800" dirty="0" smtClean="0">
                <a:latin typeface="新細明體" panose="02020500000000000000" pitchFamily="18" charset="-120"/>
              </a:rPr>
              <a:t>！</a:t>
            </a:r>
            <a:r>
              <a:rPr lang="en-US" altLang="zh-TW" sz="2800" dirty="0" smtClean="0">
                <a:latin typeface="新細明體" panose="02020500000000000000" pitchFamily="18" charset="-120"/>
              </a:rPr>
              <a:t>(</a:t>
            </a:r>
            <a:r>
              <a:rPr lang="zh-TW" altLang="en-US" sz="2800" dirty="0" smtClean="0">
                <a:latin typeface="新細明體" panose="02020500000000000000" pitchFamily="18" charset="-120"/>
              </a:rPr>
              <a:t>如果想要脆一點的話就要放久一點</a:t>
            </a:r>
            <a:r>
              <a:rPr lang="en-US" altLang="zh-TW" sz="2800" dirty="0" smtClean="0">
                <a:latin typeface="新細明體" panose="02020500000000000000" pitchFamily="18" charset="-120"/>
              </a:rPr>
              <a:t>)</a:t>
            </a:r>
            <a:endParaRPr lang="zh-TW" altLang="en-US" sz="2800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897" y="-8313"/>
            <a:ext cx="4494415" cy="6858000"/>
          </a:xfrm>
        </p:spPr>
      </p:pic>
    </p:spTree>
    <p:extLst>
      <p:ext uri="{BB962C8B-B14F-4D97-AF65-F5344CB8AC3E}">
        <p14:creationId xmlns:p14="http://schemas.microsoft.com/office/powerpoint/2010/main" val="3152038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825038" y="2802724"/>
            <a:ext cx="11013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 smtClean="0"/>
              <a:t>                  恭喜你完成了</a:t>
            </a:r>
            <a:r>
              <a:rPr lang="zh-TW" altLang="en-US" sz="5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！</a:t>
            </a:r>
            <a:endParaRPr lang="zh-TW" altLang="en-US" sz="5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21429" y1="74777" x2="77425" y2="78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5187">
            <a:off x="8199358" y="1603097"/>
            <a:ext cx="1563615" cy="277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51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            謝謝觀賞</a:t>
            </a: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！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 smtClean="0"/>
              <a:t>                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                                                                                                       </a:t>
            </a:r>
            <a:r>
              <a:rPr lang="en-US" altLang="zh-TW" dirty="0" smtClean="0"/>
              <a:t>50804</a:t>
            </a:r>
            <a:r>
              <a:rPr lang="zh-TW" altLang="en-US" dirty="0" smtClean="0"/>
              <a:t>陳崇名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171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</TotalTime>
  <Words>107</Words>
  <Application>Microsoft Office PowerPoint</Application>
  <PresentationFormat>寬螢幕</PresentationFormat>
  <Paragraphs>17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PMingLiU</vt:lpstr>
      <vt:lpstr>PMingLiU</vt:lpstr>
      <vt:lpstr>Calibri</vt:lpstr>
      <vt:lpstr>Calibri Light</vt:lpstr>
      <vt:lpstr>回顧</vt:lpstr>
      <vt:lpstr>   暑假自主學習計畫</vt:lpstr>
      <vt:lpstr>                   我想學習的技能是……..</vt:lpstr>
      <vt:lpstr>第一步:</vt:lpstr>
      <vt:lpstr>第二步:</vt:lpstr>
      <vt:lpstr>第三步:</vt:lpstr>
      <vt:lpstr>PowerPoint 簡報</vt:lpstr>
      <vt:lpstr>            謝謝觀賞！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暑假</dc:title>
  <dc:creator>陳崇名</dc:creator>
  <cp:lastModifiedBy>陳崇名</cp:lastModifiedBy>
  <cp:revision>14</cp:revision>
  <dcterms:created xsi:type="dcterms:W3CDTF">2026-07-22T12:09:56Z</dcterms:created>
  <dcterms:modified xsi:type="dcterms:W3CDTF">2026-07-24T12:40:28Z</dcterms:modified>
</cp:coreProperties>
</file>