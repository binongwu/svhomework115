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4" r:id="rId7"/>
    <p:sldId id="266" r:id="rId8"/>
    <p:sldId id="26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79EDF5A7-EF93-45D4-8FE7-B82C6883D4F1}">
          <p14:sldIdLst>
            <p14:sldId id="256"/>
            <p14:sldId id="257"/>
          </p14:sldIdLst>
        </p14:section>
        <p14:section name="未命名的章節" id="{D0F9E1EC-0569-491C-A173-760FEB9CB921}">
          <p14:sldIdLst>
            <p14:sldId id="258"/>
            <p14:sldId id="259"/>
            <p14:sldId id="265"/>
            <p14:sldId id="264"/>
            <p14:sldId id="266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34781D-8116-49E7-940B-22FD2B6EBB65}" v="1" dt="2026-08-23T14:04:54.4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8/23/2026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976A0D-4639-3451-B1F5-BECAF4BD39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887116"/>
            <a:ext cx="7766936" cy="2128959"/>
          </a:xfrm>
        </p:spPr>
        <p:txBody>
          <a:bodyPr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暑假自主學習</a:t>
            </a:r>
            <a:br>
              <a:rPr lang="en-US" altLang="zh-TW" dirty="0">
                <a:solidFill>
                  <a:schemeClr val="tx1"/>
                </a:solidFill>
              </a:rPr>
            </a:b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47ED20E-5CEE-E2F5-661A-CE79273CE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9730" y="3841926"/>
            <a:ext cx="7766936" cy="1096899"/>
          </a:xfrm>
        </p:spPr>
        <p:txBody>
          <a:bodyPr>
            <a:normAutofit/>
          </a:bodyPr>
          <a:lstStyle/>
          <a:p>
            <a:pPr algn="l"/>
            <a:r>
              <a:rPr lang="en-US" altLang="zh-TW" sz="3200" dirty="0">
                <a:solidFill>
                  <a:schemeClr val="tx1"/>
                </a:solidFill>
              </a:rPr>
              <a:t>608022</a:t>
            </a:r>
            <a:br>
              <a:rPr lang="en-US" altLang="zh-TW" sz="3200" dirty="0">
                <a:solidFill>
                  <a:schemeClr val="tx1"/>
                </a:solidFill>
              </a:rPr>
            </a:br>
            <a:r>
              <a:rPr lang="zh-TW" altLang="en-US" sz="3200" dirty="0">
                <a:solidFill>
                  <a:schemeClr val="tx1"/>
                </a:solidFill>
              </a:rPr>
              <a:t>華紹帆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59882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9B5FB8-D267-D7E3-0683-BC9219594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3600" b="1" dirty="0"/>
              <a:t> </a:t>
            </a:r>
            <a:r>
              <a:rPr lang="zh-TW" altLang="en-US" sz="3600" b="1" dirty="0"/>
              <a:t>日本大阪、京都、奈良遊</a:t>
            </a:r>
            <a:endParaRPr lang="en-US" altLang="zh-TW" sz="3600" b="1" dirty="0"/>
          </a:p>
          <a:p>
            <a:r>
              <a:rPr lang="en-US" altLang="zh-TW" sz="3600" b="1" dirty="0"/>
              <a:t> </a:t>
            </a:r>
            <a:r>
              <a:rPr lang="zh-TW" altLang="en-US" sz="3600" b="1" dirty="0"/>
              <a:t>金山泳池戲水</a:t>
            </a:r>
            <a:endParaRPr lang="en-US" altLang="zh-TW" sz="3600" b="1" dirty="0"/>
          </a:p>
          <a:p>
            <a:r>
              <a:rPr lang="zh-TW" altLang="en-US" sz="3600" b="1" dirty="0"/>
              <a:t> 藍曬手作體驗</a:t>
            </a:r>
            <a:endParaRPr lang="en-US" altLang="zh-TW" sz="3600" b="1" dirty="0"/>
          </a:p>
          <a:p>
            <a:r>
              <a:rPr lang="en-US" altLang="zh-TW" sz="3600" b="1" dirty="0"/>
              <a:t> </a:t>
            </a:r>
            <a:r>
              <a:rPr lang="zh-TW" altLang="en-US" sz="3600" b="1" dirty="0"/>
              <a:t>國樂暑訓團練</a:t>
            </a:r>
            <a:endParaRPr lang="en-US" altLang="zh-TW" sz="3600" b="1" dirty="0"/>
          </a:p>
          <a:p>
            <a:r>
              <a:rPr lang="en-US" altLang="zh-TW" sz="3600" b="1" dirty="0"/>
              <a:t> </a:t>
            </a:r>
            <a:r>
              <a:rPr lang="zh-TW" altLang="en-US" sz="3600" b="1" dirty="0"/>
              <a:t>好書介紹</a:t>
            </a:r>
          </a:p>
        </p:txBody>
      </p:sp>
    </p:spTree>
    <p:extLst>
      <p:ext uri="{BB962C8B-B14F-4D97-AF65-F5344CB8AC3E}">
        <p14:creationId xmlns:p14="http://schemas.microsoft.com/office/powerpoint/2010/main" val="2335494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9C441E-41B5-1A5D-B6F6-19DC11D8A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8268"/>
          </a:xfrm>
        </p:spPr>
        <p:txBody>
          <a:bodyPr>
            <a:noAutofit/>
          </a:bodyPr>
          <a:lstStyle/>
          <a:p>
            <a:r>
              <a:rPr lang="zh-TW" altLang="en-US" b="1" dirty="0"/>
              <a:t>日本奈良餵鹿、宇治老街一遊</a:t>
            </a:r>
            <a:br>
              <a:rPr lang="en-US" altLang="zh-TW" b="1" dirty="0"/>
            </a:br>
            <a:endParaRPr lang="zh-TW" altLang="en-US" dirty="0"/>
          </a:p>
        </p:txBody>
      </p:sp>
      <p:pic>
        <p:nvPicPr>
          <p:cNvPr id="14" name="內容版面配置區 13">
            <a:extLst>
              <a:ext uri="{FF2B5EF4-FFF2-40B4-BE49-F238E27FC236}">
                <a16:creationId xmlns:a16="http://schemas.microsoft.com/office/drawing/2014/main" id="{EAE757A2-AF35-E290-C0C7-56E0B2D7E4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78465" y="1323934"/>
            <a:ext cx="2343221" cy="5071593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A8DC3C7A-5C56-4CAB-C940-FB944AB75E5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7971" y="2405743"/>
            <a:ext cx="7127475" cy="329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617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4677A9-7AE3-DACC-0231-702083F14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b="1" dirty="0"/>
              <a:t>日本大阪小逛道頓堀、京都參觀東本院寺</a:t>
            </a:r>
            <a:endParaRPr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17D4469A-908D-0EC5-C927-84EE883083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511728" y="2190622"/>
            <a:ext cx="4329590" cy="370684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5BDD7D9F-C6FC-D86D-645A-DF1BB479B7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34689" y="1404255"/>
            <a:ext cx="2439313" cy="527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067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D6362-7CC6-B6E6-15D2-74403ABF7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9E20B1-9CB2-0C97-3393-ACF3461F4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762" y="0"/>
            <a:ext cx="8596668" cy="816638"/>
          </a:xfrm>
        </p:spPr>
        <p:txBody>
          <a:bodyPr/>
          <a:lstStyle/>
          <a:p>
            <a:pPr algn="ctr"/>
            <a:r>
              <a:rPr lang="zh-TW" altLang="en-US" b="1" dirty="0"/>
              <a:t>金山泳池戲水</a:t>
            </a:r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1BE0B5AD-B208-DA31-6226-118AB4937B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0299" y="1284513"/>
            <a:ext cx="5174809" cy="4430487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C79905A5-FE39-15B6-9748-F5058CE6F4C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59269" y="1556657"/>
            <a:ext cx="4856945" cy="4158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831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922AF-E175-8D60-21E3-40F4599D4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83670A-C902-C21D-6465-1842AECD1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743" y="143255"/>
            <a:ext cx="8596668" cy="826008"/>
          </a:xfrm>
        </p:spPr>
        <p:txBody>
          <a:bodyPr/>
          <a:lstStyle/>
          <a:p>
            <a:pPr algn="ctr"/>
            <a:r>
              <a:rPr lang="zh-TW" altLang="en-US" b="1" dirty="0"/>
              <a:t>藍曬手作體驗</a:t>
            </a:r>
          </a:p>
        </p:txBody>
      </p:sp>
      <p:pic>
        <p:nvPicPr>
          <p:cNvPr id="17" name="內容版面配置區 16">
            <a:extLst>
              <a:ext uri="{FF2B5EF4-FFF2-40B4-BE49-F238E27FC236}">
                <a16:creationId xmlns:a16="http://schemas.microsoft.com/office/drawing/2014/main" id="{EAA10BD8-33C9-3AA9-902F-F6BDE737E3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5330" y="2579914"/>
            <a:ext cx="5184655" cy="2395311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38C57414-39FE-73A2-770D-58E792D2AA5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4806601" y="2655502"/>
            <a:ext cx="5298943" cy="2448112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21707254-16ED-45BB-64B3-1D0D01057E4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7526743" y="2655503"/>
            <a:ext cx="5298943" cy="244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384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11102-FF87-EF5B-C68B-258F0621E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CB6833-8E93-ECEC-71F9-842CEEC4B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56238"/>
            <a:ext cx="8596668" cy="660400"/>
          </a:xfrm>
        </p:spPr>
        <p:txBody>
          <a:bodyPr/>
          <a:lstStyle/>
          <a:p>
            <a:pPr algn="ctr"/>
            <a:r>
              <a:rPr lang="zh-TW" altLang="en-US" b="1" dirty="0"/>
              <a:t>國樂暑訓團練</a:t>
            </a:r>
          </a:p>
        </p:txBody>
      </p:sp>
      <p:pic>
        <p:nvPicPr>
          <p:cNvPr id="14" name="內容版面配置區 13">
            <a:extLst>
              <a:ext uri="{FF2B5EF4-FFF2-40B4-BE49-F238E27FC236}">
                <a16:creationId xmlns:a16="http://schemas.microsoft.com/office/drawing/2014/main" id="{E53127EE-90D8-9B23-E8D8-94F6712819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54822" y="1177440"/>
            <a:ext cx="3028064" cy="5383226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8B759724-B310-F10C-EEFE-3E4204AABAB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972237"/>
            <a:ext cx="4191322" cy="558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392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73F8B-BA4F-4292-230E-A7A85561A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477C2F-F2EB-1F95-8D5C-194DF2C1A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413" y="2640419"/>
            <a:ext cx="8596668" cy="1320800"/>
          </a:xfrm>
        </p:spPr>
        <p:txBody>
          <a:bodyPr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謝謝大家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2C73D4-D74A-C61F-91CE-145918721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47338888"/>
      </p:ext>
    </p:extLst>
  </p:cSld>
  <p:clrMapOvr>
    <a:masterClrMapping/>
  </p:clrMapOvr>
</p:sld>
</file>

<file path=ppt/theme/theme1.xml><?xml version="1.0" encoding="utf-8"?>
<a:theme xmlns:a="http://schemas.openxmlformats.org/drawingml/2006/main" name="多面向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196</TotalTime>
  <Words>79</Words>
  <Application>Microsoft Office PowerPoint</Application>
  <PresentationFormat>寬螢幕</PresentationFormat>
  <Paragraphs>14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多面向</vt:lpstr>
      <vt:lpstr>暑假自主學習 </vt:lpstr>
      <vt:lpstr>PowerPoint 簡報</vt:lpstr>
      <vt:lpstr>日本奈良餵鹿、宇治老街一遊 </vt:lpstr>
      <vt:lpstr>日本大阪小逛道頓堀、京都參觀東本院寺</vt:lpstr>
      <vt:lpstr>金山泳池戲水</vt:lpstr>
      <vt:lpstr>藍曬手作體驗</vt:lpstr>
      <vt:lpstr>國樂暑訓團練</vt:lpstr>
      <vt:lpstr>謝謝大家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Andy Hua</dc:creator>
  <cp:lastModifiedBy>Andy Hua</cp:lastModifiedBy>
  <cp:revision>4</cp:revision>
  <dcterms:created xsi:type="dcterms:W3CDTF">2025-02-10T22:24:39Z</dcterms:created>
  <dcterms:modified xsi:type="dcterms:W3CDTF">2026-08-23T14:05:24Z</dcterms:modified>
</cp:coreProperties>
</file>