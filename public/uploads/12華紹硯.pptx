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4" r:id="rId7"/>
    <p:sldId id="266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79EDF5A7-EF93-45D4-8FE7-B82C6883D4F1}">
          <p14:sldIdLst>
            <p14:sldId id="256"/>
            <p14:sldId id="257"/>
          </p14:sldIdLst>
        </p14:section>
        <p14:section name="未命名的章節" id="{D0F9E1EC-0569-491C-A173-760FEB9CB921}">
          <p14:sldIdLst>
            <p14:sldId id="258"/>
            <p14:sldId id="259"/>
            <p14:sldId id="265"/>
            <p14:sldId id="264"/>
            <p14:sldId id="266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91E775-30E0-4C59-BD1C-5294F8013331}" v="1" dt="2026-08-23T14:02:44.9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976A0D-4639-3451-B1F5-BECAF4BD39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887116"/>
            <a:ext cx="7766936" cy="2128959"/>
          </a:xfrm>
        </p:spPr>
        <p:txBody>
          <a:bodyPr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暑假自主學習</a:t>
            </a:r>
            <a:br>
              <a:rPr lang="en-US" altLang="zh-TW" dirty="0">
                <a:solidFill>
                  <a:schemeClr val="tx1"/>
                </a:solidFill>
              </a:rPr>
            </a:b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47ED20E-5CEE-E2F5-661A-CE79273CE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9730" y="3841926"/>
            <a:ext cx="7766936" cy="1096899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dirty="0">
                <a:solidFill>
                  <a:schemeClr val="tx1"/>
                </a:solidFill>
              </a:rPr>
              <a:t>60812</a:t>
            </a:r>
            <a:br>
              <a:rPr lang="en-US" altLang="zh-TW" sz="3200" dirty="0">
                <a:solidFill>
                  <a:schemeClr val="tx1"/>
                </a:solidFill>
              </a:rPr>
            </a:br>
            <a:r>
              <a:rPr lang="zh-TW" altLang="en-US" sz="3200" dirty="0">
                <a:solidFill>
                  <a:schemeClr val="tx1"/>
                </a:solidFill>
              </a:rPr>
              <a:t>華紹硯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59882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9B5FB8-D267-D7E3-0683-BC9219594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600" b="1" dirty="0"/>
              <a:t> </a:t>
            </a:r>
            <a:r>
              <a:rPr lang="zh-TW" altLang="en-US" sz="3600" b="1" dirty="0"/>
              <a:t>日本大阪、京都、奈良遊</a:t>
            </a:r>
            <a:endParaRPr lang="en-US" altLang="zh-TW" sz="3600" b="1" dirty="0"/>
          </a:p>
          <a:p>
            <a:r>
              <a:rPr lang="en-US" altLang="zh-TW" sz="3600" b="1" dirty="0"/>
              <a:t> </a:t>
            </a:r>
            <a:r>
              <a:rPr lang="zh-TW" altLang="en-US" sz="3600" b="1" dirty="0"/>
              <a:t>金山泳池戲水</a:t>
            </a:r>
            <a:endParaRPr lang="en-US" altLang="zh-TW" sz="3600" b="1" dirty="0"/>
          </a:p>
          <a:p>
            <a:r>
              <a:rPr lang="zh-TW" altLang="en-US" sz="3600" b="1" dirty="0"/>
              <a:t> 藍曬手作體驗</a:t>
            </a:r>
            <a:endParaRPr lang="en-US" altLang="zh-TW" sz="3600" b="1" dirty="0"/>
          </a:p>
          <a:p>
            <a:r>
              <a:rPr lang="en-US" altLang="zh-TW" sz="3600" b="1" dirty="0"/>
              <a:t> </a:t>
            </a:r>
            <a:r>
              <a:rPr lang="zh-TW" altLang="en-US" sz="3600" b="1" dirty="0"/>
              <a:t>國樂暑訓團練</a:t>
            </a:r>
            <a:endParaRPr lang="en-US" altLang="zh-TW" sz="3600" b="1" dirty="0"/>
          </a:p>
          <a:p>
            <a:r>
              <a:rPr lang="en-US" altLang="zh-TW" sz="3600" b="1" dirty="0"/>
              <a:t> </a:t>
            </a:r>
            <a:r>
              <a:rPr lang="zh-TW" altLang="en-US" sz="3600" b="1" dirty="0"/>
              <a:t>好書介紹</a:t>
            </a:r>
          </a:p>
        </p:txBody>
      </p:sp>
    </p:spTree>
    <p:extLst>
      <p:ext uri="{BB962C8B-B14F-4D97-AF65-F5344CB8AC3E}">
        <p14:creationId xmlns:p14="http://schemas.microsoft.com/office/powerpoint/2010/main" val="2335494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9C441E-41B5-1A5D-B6F6-19DC11D8A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8268"/>
          </a:xfrm>
        </p:spPr>
        <p:txBody>
          <a:bodyPr>
            <a:noAutofit/>
          </a:bodyPr>
          <a:lstStyle/>
          <a:p>
            <a:r>
              <a:rPr lang="zh-TW" altLang="en-US" b="1" dirty="0"/>
              <a:t>日本奈良餵鹿、宇治平等院一遊</a:t>
            </a:r>
            <a:br>
              <a:rPr lang="en-US" altLang="zh-TW" b="1" dirty="0"/>
            </a:br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1FEA38FF-3230-4CE2-DD48-2C386747C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591" y="2160589"/>
            <a:ext cx="5320410" cy="245818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301FB2D-D580-CF4F-9579-36C41E0C27F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8400" y="3695356"/>
            <a:ext cx="5519505" cy="255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61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4677A9-7AE3-DACC-0231-702083F14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b="1" dirty="0"/>
              <a:t>日本大阪小逛道頓堀、京都參觀東本院寺</a:t>
            </a:r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17D4469A-908D-0EC5-C927-84EE883083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94872" y="2209545"/>
            <a:ext cx="3881438" cy="332314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DCC4205-53DB-F5C2-2127-BAF4E953F9D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0693" y="2079171"/>
            <a:ext cx="5200236" cy="445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067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D6362-7CC6-B6E6-15D2-74403ABF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9E20B1-9CB2-0C97-3393-ACF3461F4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762" y="0"/>
            <a:ext cx="8596668" cy="816638"/>
          </a:xfrm>
        </p:spPr>
        <p:txBody>
          <a:bodyPr/>
          <a:lstStyle/>
          <a:p>
            <a:pPr algn="ctr"/>
            <a:r>
              <a:rPr lang="zh-TW" altLang="en-US" b="1" dirty="0"/>
              <a:t>金山泳池戲水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1BE0B5AD-B208-DA31-6226-118AB4937B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0299" y="1284513"/>
            <a:ext cx="5174809" cy="443048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0E5A1B9-ABD7-0E08-9894-ED826502782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9913" y="2294209"/>
            <a:ext cx="4961787" cy="424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831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922AF-E175-8D60-21E3-40F4599D4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83670A-C902-C21D-6465-1842AECD1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743" y="143255"/>
            <a:ext cx="8596668" cy="826008"/>
          </a:xfrm>
        </p:spPr>
        <p:txBody>
          <a:bodyPr/>
          <a:lstStyle/>
          <a:p>
            <a:pPr algn="ctr"/>
            <a:r>
              <a:rPr lang="zh-TW" altLang="en-US" b="1" dirty="0"/>
              <a:t>藍曬手作體驗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92F06BBF-A35E-0721-DB94-68A9CFDC4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628822" y="2482324"/>
            <a:ext cx="5607668" cy="259074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F45120FC-EF51-D777-B402-67A8675EA42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184032" y="2477725"/>
            <a:ext cx="5607664" cy="259074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375DD76-1DD8-C6B0-2AA5-0A21E96B8FC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773558" y="2482326"/>
            <a:ext cx="5607665" cy="259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384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11102-FF87-EF5B-C68B-258F0621E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CB6833-8E93-ECEC-71F9-842CEEC4B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8"/>
            <a:ext cx="8596668" cy="660400"/>
          </a:xfrm>
        </p:spPr>
        <p:txBody>
          <a:bodyPr/>
          <a:lstStyle/>
          <a:p>
            <a:pPr algn="ctr"/>
            <a:r>
              <a:rPr lang="zh-TW" altLang="en-US" b="1" dirty="0"/>
              <a:t>國樂暑訓團練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8BB536F6-CD8E-AAF2-682F-0EDF236544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7345" y="1306287"/>
            <a:ext cx="2872042" cy="510585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FD75452-BDBB-2E6E-AC5F-516F2801E6F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0856" y="1794079"/>
            <a:ext cx="6157415" cy="461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392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73F8B-BA4F-4292-230E-A7A85561A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477C2F-F2EB-1F95-8D5C-194DF2C1A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13" y="2640419"/>
            <a:ext cx="8596668" cy="1320800"/>
          </a:xfrm>
        </p:spPr>
        <p:txBody>
          <a:bodyPr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謝謝大家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2C73D4-D74A-C61F-91CE-145918721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47338888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162</TotalTime>
  <Words>80</Words>
  <Application>Microsoft Office PowerPoint</Application>
  <PresentationFormat>寬螢幕</PresentationFormat>
  <Paragraphs>14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多面向</vt:lpstr>
      <vt:lpstr>暑假自主學習 </vt:lpstr>
      <vt:lpstr>PowerPoint 簡報</vt:lpstr>
      <vt:lpstr>日本奈良餵鹿、宇治平等院一遊 </vt:lpstr>
      <vt:lpstr>日本大阪小逛道頓堀、京都參觀東本院寺</vt:lpstr>
      <vt:lpstr>金山泳池戲水</vt:lpstr>
      <vt:lpstr>藍曬手作體驗</vt:lpstr>
      <vt:lpstr>國樂暑訓團練</vt:lpstr>
      <vt:lpstr>謝謝大家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Hua</dc:creator>
  <cp:lastModifiedBy>Andy Hua</cp:lastModifiedBy>
  <cp:revision>3</cp:revision>
  <dcterms:created xsi:type="dcterms:W3CDTF">2025-02-10T22:24:39Z</dcterms:created>
  <dcterms:modified xsi:type="dcterms:W3CDTF">2026-08-23T14:03:47Z</dcterms:modified>
</cp:coreProperties>
</file>