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layfair Displ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fairDispl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italic.fntdata"/><Relationship Id="rId14" Type="http://schemas.openxmlformats.org/officeDocument/2006/relationships/font" Target="fonts/PlayfairDisplay-bold.fntdata"/><Relationship Id="rId17" Type="http://schemas.openxmlformats.org/officeDocument/2006/relationships/font" Target="fonts/Lato-regular.fntdata"/><Relationship Id="rId16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e75a5e95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e75a5e95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e75a5e95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e75a5e95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e75a5e95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e75a5e95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e75a5e95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e75a5e95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e75a5e95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e75a5e95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e75a5e95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e75a5e95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UBjdsh2VdJSlNHJ0TH-E-nSfMfMzVWCe/view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emini.google.com/share/fe43c458907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五年級英語單字互動網頁 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專案開發紀錄-謝雅芝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為什麼要做這個？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zh-TW"/>
              <a:t>遇到的問題：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zh-TW"/>
              <a:t>課本的單字表有 300 多個字，密密麻麻很難背。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zh-TW"/>
              <a:t>有些單字很長 (像 ambulance, responsible)，不知道怎麼唸，也不知道怎麼拆音節。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zh-TW"/>
              <a:t>死背英文很無聊，容易睡著。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zh-TW"/>
              <a:t>我的目標：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zh-TW"/>
              <a:t>做一個「好玩」又「有用」的網站。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zh-TW"/>
              <a:t>結合「圖片」+「聲音」+「顏色」來幫助大腦記憶。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26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第一步：整理資料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zh-TW"/>
              <a:t>將課本後面的word list將每一個打字輸入到google的試算表中。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zh-TW"/>
              <a:t>把試算表轉換成PDF文件。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zh-TW"/>
              <a:t>將PDF檔案丟給Gemini，請他讀取並且幫忙校對。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zh-TW"/>
              <a:t>請</a:t>
            </a:r>
            <a:r>
              <a:rPr lang="zh-TW"/>
              <a:t>Gemini幫每個單字加上中文翻譯以及小圖片(Emoli)。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7850" y="555600"/>
            <a:ext cx="5719500" cy="421726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第二步：開發過程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zh-TW"/>
              <a:t>原本的想法：想做「連連看配對遊戲」。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zh-TW"/>
              <a:t>發現問題：試玩後發現，玩遊戲雖然開心，但對「記住單字發音」幫助不大。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zh-TW"/>
              <a:t>改變策略：改做 3D 翻轉單字卡 (Flashcards)。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zh-TW"/>
              <a:t>正面：英文 + 大大的圖示 (專注記憶)。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zh-TW"/>
              <a:t>背面：中文意思 (自我測驗)。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9025" y="761025"/>
            <a:ext cx="5719500" cy="3948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第三步：困難與心得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zh-TW" sz="1300"/>
              <a:t>困難：</a:t>
            </a:r>
            <a:endParaRPr sz="13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zh-TW"/>
              <a:t>要上傳給大家用的程式環境很複雜，一直跟著Gemini的指示，測試都不成功。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zh-TW"/>
              <a:t>有些字音節很難切，AI演算法會有錯誤。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zh-TW" sz="1300"/>
              <a:t>學到了什麼：</a:t>
            </a:r>
            <a:endParaRPr sz="13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zh-TW"/>
              <a:t>如何跟AI溝通，要重複不停的對話。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zh-TW"/>
              <a:t>要有基本的知識，才能夠確定AI產出的東西是正確的。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875" y="1445210"/>
            <a:ext cx="5891123" cy="272406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檔案錄影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/>
          <p:nvPr/>
        </p:nvSpPr>
        <p:spPr>
          <a:xfrm>
            <a:off x="0" y="-25"/>
            <a:ext cx="22860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109500" y="2217750"/>
            <a:ext cx="2067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成果展示</a:t>
            </a:r>
            <a:endParaRPr sz="3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謝謝大家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/>
              <a:t>未來計畫：希望能成功把網站做成功，讓全班同學能一起用。</a:t>
            </a:r>
            <a:endParaRPr sz="2100"/>
          </a:p>
        </p:txBody>
      </p:sp>
      <p:sp>
        <p:nvSpPr>
          <p:cNvPr id="100" name="Google Shape;100;p19"/>
          <p:cNvSpPr txBox="1"/>
          <p:nvPr/>
        </p:nvSpPr>
        <p:spPr>
          <a:xfrm>
            <a:off x="3704250" y="3800025"/>
            <a:ext cx="1735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9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連結測試</a:t>
            </a:r>
            <a:endParaRPr sz="3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